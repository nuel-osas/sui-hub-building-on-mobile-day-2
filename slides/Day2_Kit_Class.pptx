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200400" cy="3200400"/>
          </a:xfrm>
          <a:prstGeom prst="ellipse">
            <a:avLst/>
          </a:prstGeom>
          <a:solidFill>
            <a:srgbClr val="4DA2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57200"/>
            <a:ext cx="1371600" cy="1371600"/>
          </a:xfrm>
          <a:prstGeom prst="ellipse">
            <a:avLst/>
          </a:prstGeom>
          <a:solidFill>
            <a:srgbClr val="4DA2F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D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DAY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Kit Class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live Sui app to mobile — Expo (iOS + Android) and native Swift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5034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HUB LAGOS  ·  RURU (@MINTING_RURU)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D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take Tideform — live at tidalform.xyz — and put it on a phone. Twice.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 Expo (iOS + Android), once in native Swift. Same app, same backend, two stacks side by side.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Tideform 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Walrus-native feedback &amp; forms platform — build a form, share a link, collect submissions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ownership + admin ACLs are Sui Move objects (tideform package, live on mainnet)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are stored on Walrus; private fields are encrypted with Seal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wallet + gas come from a reusable package called Zentos — custodial Google → Sui wallet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is Next.js 16. Today we keep that backend and build native mobile clients over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748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tideform package (mainnet): 0xeafe4800…72dd4 · all IDs live in env, nothing hard-coded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548640" cy="54864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54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Idea: You Don't Rebuild the Backend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D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 LESSON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 mobile is not rewriting your app. It's building a thin native client over a backend you already have.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custodial signing, gas sponsorship, Walrus uploads — all stay on the Zentos backend. The phone calls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Moves to the Phone vs What Stays on the Backend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" cy="4572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device (direct, no backend)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840480" cy="294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forms — query FormCreated events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form's schema from Walrus aggregator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submissions — SubmissionReceived events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any Walrus blob (public HTTP)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PTB (transaction-kind bytes)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Google sign-in (get the ID token)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73152" cy="4572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9" name="Text 7"/>
          <p:cNvSpPr/>
          <p:nvPr/>
        </p:nvSpPr>
        <p:spPr>
          <a:xfrm>
            <a:off x="5193792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Zentos backend (called over HTTPS)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840480" cy="294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/api/auth/google — JWT → session + Sui address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/api/wallet/sign — custodial + sponsored signing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/api/wallet/sign-message — Seal session keys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/api/walrus/upload — sponsored storage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AES-encrypted private key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gas sponsor wallet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548640" cy="54864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54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Days, Two Auth Models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 zkLogin vs Day 2 Zentos Custodial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" cy="4572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 — zkLogin (non-custodial)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840480" cy="294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holds an ephemeral key on-device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proof binds Google identity → Sui address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holds the key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 round-trips happen on the device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self-custody, trust-minimized apps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73152" cy="4572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9" name="Text 7"/>
          <p:cNvSpPr/>
          <p:nvPr/>
        </p:nvSpPr>
        <p:spPr>
          <a:xfrm>
            <a:off x="5193792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 — Zentos (custodial)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840480" cy="294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mints + holds an AES-encrypted key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Google account → same Sui address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signs + sponsors gas in one round trip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to self-custody anytime (suiprivkey1…)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zero-friction onboarding, simplest mobile client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D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TRADE-OFF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Custodial means centralized — by design. For consumer onboarding, that's the win: no seed phrase, no extension, no gas, no popups.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is explicit and bounded: the server holds an AES-encrypted key, and /api/wallet/export hands the user a suiprivkey1… so they can leave to self-custody any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548640" cy="54864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54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Flows We 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Sign-In to On-Chain Submission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in both apps maps to one of these five flows.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353312" cy="21031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49808" y="250545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962656"/>
            <a:ext cx="11338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Google → id token → /api/auth/google → session cookie + Sui address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rot="2700000">
            <a:off x="2039112" y="2788920"/>
            <a:ext cx="182880" cy="182880"/>
          </a:xfrm>
          <a:prstGeom prst="rightTriangle">
            <a:avLst/>
          </a:prstGeom>
          <a:solidFill>
            <a:srgbClr val="4DA2FF"/>
          </a:solidFill>
          <a:ln/>
        </p:spPr>
      </p:sp>
      <p:sp>
        <p:nvSpPr>
          <p:cNvPr id="11" name="Shape 9"/>
          <p:cNvSpPr/>
          <p:nvPr/>
        </p:nvSpPr>
        <p:spPr>
          <a:xfrm>
            <a:off x="2267712" y="1828800"/>
            <a:ext cx="1353312" cy="21031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77440" y="250545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 forms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2962656"/>
            <a:ext cx="11338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FormCreated events for my address → fetch schemas from Walrus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2700000">
            <a:off x="3666744" y="2788920"/>
            <a:ext cx="182880" cy="182880"/>
          </a:xfrm>
          <a:prstGeom prst="rightTriangle">
            <a:avLst/>
          </a:prstGeom>
          <a:solidFill>
            <a:srgbClr val="4DA2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895344" y="1828800"/>
            <a:ext cx="1353312" cy="21031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005072" y="250545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 form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05072" y="2962656"/>
            <a:ext cx="11338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Form + schema → render the 14 field types → collect values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rot="2700000">
            <a:off x="5294376" y="2788920"/>
            <a:ext cx="182880" cy="182880"/>
          </a:xfrm>
          <a:prstGeom prst="rightTriangle">
            <a:avLst/>
          </a:prstGeom>
          <a:solidFill>
            <a:srgbClr val="4DA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522976" y="1828800"/>
            <a:ext cx="1353312" cy="21031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32704" y="250545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32704" y="2962656"/>
            <a:ext cx="11338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JSON to Walrus (sponsored) → submission::submit (custodial sign)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rot="2700000">
            <a:off x="6922008" y="2788920"/>
            <a:ext cx="182880" cy="182880"/>
          </a:xfrm>
          <a:prstGeom prst="rightTriangle">
            <a:avLst/>
          </a:prstGeom>
          <a:solidFill>
            <a:srgbClr val="4DA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150608" y="1828800"/>
            <a:ext cx="1353312" cy="21031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1993392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260336" y="250545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Inbox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60336" y="2962656"/>
            <a:ext cx="11338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SubmissionReceived → fetch payloads → render / triage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 — The Gasless, Popup-less Write Path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shape on both stacks. Build the PTB on-device; the backend signs + pays gas.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7863840" cy="2674620"/>
          </a:xfrm>
          <a:prstGeom prst="rect">
            <a:avLst/>
          </a:prstGeom>
          <a:solidFill>
            <a:srgbClr val="0B172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D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7406640" cy="230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assemble the submission JSON, upload to Walrus (sponsored)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blobId } = await uploadJson(submission, { owner: address });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build the Move call — blob IDs go on-chain as ASCII vector&lt;u8&gt;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tx = txSubmit({ formId, blobId });   // submission::submit(form, blob, clock 0x6)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custodial + sponsored: server signs as sender AND gas sponsor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digest } = await signAndExecuteCustodial(tx, address);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→ builds onlyTransactionKind bytes, POST /api/wallet/sign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 paid 0 SUI · saw 0 wallet popups · never installed an extension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Need No Backend At All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chain + Walrus works straight from the phone against public endpoints.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7863840" cy="2674620"/>
          </a:xfrm>
          <a:prstGeom prst="rect">
            <a:avLst/>
          </a:prstGeom>
          <a:solidFill>
            <a:srgbClr val="0B1726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4D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7406640" cy="230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 my forms: FormCreated events filtered by owner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events = await suiClient.queryEvents({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query: { MoveEventType: `${ORIGINAL_PKG}::events::FormCreated` },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order: "descending", limit: 200,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mine = events.data.filter(e =&gt; e.parsedJson.owner === myAddress);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blob IDs are ASCII bytes on-chain — decode UTF-8, never base64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blobId = new TextDecoder().decode(new Uint8Array(form.schema_blob_id));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schema = await readJson(blobId);   // GET aggregator/v1/blobs/{blobId}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548640" cy="54864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54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App, Two Stacks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 vs Swift — The Same lib/ Surface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" cy="4572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 (iOS + Android)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840480" cy="294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@mysten/sui — mature, full PTB support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expo-auth-session for Google id token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expo-secure-store for the session cookie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best-effort in RN (with polyfills)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both platforms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73152" cy="4572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9" name="Text 7"/>
          <p:cNvSpPr/>
          <p:nvPr/>
        </p:nvSpPr>
        <p:spPr>
          <a:xfrm>
            <a:off x="5193792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Swift (native iOS)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840480" cy="294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SuiKit + URLSession JSON-RPC for reads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GoogleSignIn-iOS for the id token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URLSession + HTTPCookieStorage for session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Seal SDK — decrypt is backend-delegated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native UX on iOS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Shared lib/ Contract — Diff The Two Stacks Line For 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· suiClient — config + fullnode client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 — listFormsForOwner, fetchForm, fetchFormSchema, listSubmissions, fetchSubmissionPayload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— readBlob, readJson, uploadBlob, uploadJson, blobUrl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— txCreateForm, txSubmit, txSetFormStatus, txSubmissionStatus, txAttachNotes, txAddTag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zentos client — signInWithGoogle, getMe, signOut, signAndExecuteCustodial, custodialSignMessage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schema/types — FieldType, Field, FormSchema, Submission, FieldValue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748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apps expose the same names — so the class can read Expo and Swift side by side and see the same shape.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DA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548640" cy="54864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1546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Kit: Two Claude Skills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expo-sui and swift-sui — Reusable Build Kits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" cy="4572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expo-sui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840480" cy="294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'build a Sui app in Expo'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Google sign-in + session cookies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reads of events + Walrus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 + sponsored signing patterns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zkLogin login screen included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73152" cy="4572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9" name="Text 7"/>
          <p:cNvSpPr/>
          <p:nvPr/>
        </p:nvSpPr>
        <p:spPr>
          <a:xfrm>
            <a:off x="5193792" y="1280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swift-sui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874520"/>
            <a:ext cx="3840480" cy="2948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'build a Sui iOS app in Swift'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SuiKit + GoogleSignIn-iOS setup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URLSession JSON-RPC reads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Transaction-kind bytes → /api/wallet/sign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Seal boundary on iOS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D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SKILLS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skill is the kit, frozen. Next time you (or Claude) start a Sui mobile app, the patterns are already loaded.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once into ~/.claude/skills — every future session scaffolds the same correct 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0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Leave With Today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runnable Expo app (iOS + Android) talking to the live Tideform backend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SwiftUI app doing the same flows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installable Claude skills — expo-sui and swift-sui — the reusable kit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web→mobile map you can apply to ANY Sui dApp you've already built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03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gasless, popup-less, no-extension mobile UX as your default going forward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6405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Mobile Workshop · Sui Hub Lagos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6405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The Kit Class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3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4DA2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200400" cy="3200400"/>
          </a:xfrm>
          <a:prstGeom prst="ellipse">
            <a:avLst/>
          </a:prstGeom>
          <a:solidFill>
            <a:srgbClr val="4DA2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57200"/>
            <a:ext cx="1371600" cy="1371600"/>
          </a:xfrm>
          <a:prstGeom prst="ellipse">
            <a:avLst/>
          </a:prstGeom>
          <a:solidFill>
            <a:srgbClr val="4DA2F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D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repo. Clone it. Run it.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github.com/Nuel-osas/sui-hub-building-on-mobile-day-2  ·  Ruru · @minting_ruru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5034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HUB LAGOS  ·  RURU (@MINTING_RURU)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 Mobile · Day 2 · The Kit Class</dc:title>
  <dc:subject>PptxGenJS Presentation</dc:subject>
  <dc:creator>Ruru · SuiHub Lagos</dc:creator>
  <cp:lastModifiedBy>Ruru · SuiHub Lagos</cp:lastModifiedBy>
  <cp:revision>1</cp:revision>
  <dcterms:created xsi:type="dcterms:W3CDTF">2026-06-29T18:44:08Z</dcterms:created>
  <dcterms:modified xsi:type="dcterms:W3CDTF">2026-06-29T18:44:08Z</dcterms:modified>
</cp:coreProperties>
</file>